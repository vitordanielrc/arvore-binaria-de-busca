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9" r:id="rId3"/>
    <p:sldId id="256" r:id="rId4"/>
    <p:sldId id="257" r:id="rId5"/>
    <p:sldId id="258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Trabalho P2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34060" y="3601085"/>
            <a:ext cx="7675880" cy="2077720"/>
          </a:xfrm>
        </p:spPr>
        <p:txBody>
          <a:bodyPr>
            <a:normAutofit lnSpcReduction="20000"/>
          </a:bodyPr>
          <a:p>
            <a:r>
              <a:rPr lang="pt-BR" altLang="en-US"/>
              <a:t>Curso: Engenharia de Software</a:t>
            </a:r>
            <a:endParaRPr lang="pt-BR" altLang="en-US"/>
          </a:p>
          <a:p>
            <a:r>
              <a:rPr lang="pt-BR" altLang="en-US"/>
              <a:t>Tema: Arvore Binaria </a:t>
            </a:r>
            <a:endParaRPr lang="pt-BR" altLang="en-US"/>
          </a:p>
          <a:p>
            <a:r>
              <a:rPr lang="pt-BR" altLang="en-US"/>
              <a:t>Professor: Marcio Garrido</a:t>
            </a:r>
            <a:endParaRPr lang="pt-BR" altLang="en-US"/>
          </a:p>
          <a:p>
            <a:r>
              <a:rPr lang="pt-BR" altLang="en-US"/>
              <a:t>Materia: Estrutura de Dados</a:t>
            </a:r>
            <a:endParaRPr lang="pt-B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3043"/>
            <a:ext cx="8229600" cy="1143000"/>
          </a:xfrm>
        </p:spPr>
        <p:txBody>
          <a:bodyPr/>
          <a:lstStyle/>
          <a:p>
            <a:r>
              <a:rPr lang="pt-BR"/>
              <a:t>Ferramentas utilizadas</a:t>
            </a:r>
            <a:endParaRPr lang="pt-BR"/>
          </a:p>
        </p:txBody>
      </p:sp>
      <p:pic>
        <p:nvPicPr>
          <p:cNvPr id="4" name="Imagem 3"/>
          <p:cNvPicPr/>
          <p:nvPr/>
        </p:nvPicPr>
        <p:blipFill>
          <a:blip r:embed="rId1"/>
          <a:stretch>
            <a:fillRect/>
          </a:stretch>
        </p:blipFill>
        <p:spPr>
          <a:xfrm>
            <a:off x="1995488" y="2241233"/>
            <a:ext cx="2143125" cy="2143125"/>
          </a:xfrm>
          <a:prstGeom prst="rect">
            <a:avLst/>
          </a:prstGeom>
        </p:spPr>
      </p:pic>
      <p:pic>
        <p:nvPicPr>
          <p:cNvPr id="5" name="Imagem 4"/>
          <p:cNvPicPr/>
          <p:nvPr/>
        </p:nvPicPr>
        <p:blipFill>
          <a:blip r:embed="rId2"/>
          <a:stretch>
            <a:fillRect/>
          </a:stretch>
        </p:blipFill>
        <p:spPr>
          <a:xfrm>
            <a:off x="4898073" y="2241233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Minhas Dificuldades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O entendimento da propria arvore binaria</a:t>
            </a:r>
            <a:endParaRPr lang="pt-BR"/>
          </a:p>
          <a:p>
            <a:r>
              <a:rPr lang="pt-BR"/>
              <a:t> A ideia eu tenho agora como implementar no codigo</a:t>
            </a:r>
            <a:endParaRPr lang="pt-BR"/>
          </a:p>
          <a:p>
            <a:endParaRPr lang="pt-BR"/>
          </a:p>
        </p:txBody>
      </p:sp>
      <p:pic>
        <p:nvPicPr>
          <p:cNvPr id="4" name="Imagem 3"/>
          <p:cNvPicPr/>
          <p:nvPr/>
        </p:nvPicPr>
        <p:blipFill>
          <a:blip r:embed="rId1"/>
          <a:stretch>
            <a:fillRect/>
          </a:stretch>
        </p:blipFill>
        <p:spPr>
          <a:xfrm>
            <a:off x="2663825" y="3773805"/>
            <a:ext cx="4137025" cy="2279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Dificulade do codigo</a:t>
            </a:r>
            <a:endParaRPr lang="pt-BR" altLang="en-US"/>
          </a:p>
        </p:txBody>
      </p:sp>
      <p:pic>
        <p:nvPicPr>
          <p:cNvPr id="6" name="Espaço Reservado para Conteúdo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1390" y="2901315"/>
            <a:ext cx="5632450" cy="284988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Nao funciona nada</a:t>
            </a:r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pt-BR" altLang="en-US"/>
          </a:p>
        </p:txBody>
      </p:sp>
      <p:pic>
        <p:nvPicPr>
          <p:cNvPr id="4" name="Imagem 3"/>
          <p:cNvPicPr/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4000" cy="67354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WPS Presentation</Application>
  <PresentationFormat>On-screen Show 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Árvore Binária – Conceito Básico</vt:lpstr>
      <vt:lpstr>Minhas Dificuldades no Código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ALUNO</cp:lastModifiedBy>
  <cp:revision>3</cp:revision>
  <dcterms:created xsi:type="dcterms:W3CDTF">2013-01-27T09:14:00Z</dcterms:created>
  <dcterms:modified xsi:type="dcterms:W3CDTF">2025-12-02T21:56:39Z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E0C68141A23C413BADE254260D18052A_13</vt:lpwstr>
  </property>
  <property fmtid="{D5CDD505-2E9C-101B-9397-08002B2CF9AE}" pid="3" name="KSOProductBuildVer">
    <vt:lpwstr>1046-12.2.0.23155</vt:lpwstr>
  </property>
</Properties>
</file>